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D4A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47000</c:v>
                </c:pt>
                <c:pt idx="1">
                  <c:v>850000</c:v>
                </c:pt>
                <c:pt idx="2">
                  <c:v>3200000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D4A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D4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D4AA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Product &amp; R&amp;D</c:v>
                </c:pt>
                <c:pt idx="1">
                  <c:v>Go-to-Market</c:v>
                </c:pt>
                <c:pt idx="2">
                  <c:v>Team Expansion</c:v>
                </c:pt>
                <c:pt idx="3">
                  <c:v>Operations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30</c:v>
                </c:pt>
                <c:pt idx="1">
                  <c:v>20</c:v>
                </c:pt>
                <c:pt idx="2">
                  <c:v>40</c:v>
                </c:pt>
                <c:pt idx="3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3-1.png"/><Relationship Id="rId3" Type="http://schemas.openxmlformats.org/officeDocument/2006/relationships/image" Target="../media/image-13-2.png"/><Relationship Id="rId4" Type="http://schemas.openxmlformats.org/officeDocument/2006/relationships/image" Target="../media/image-13-3.png"/><Relationship Id="rId5" Type="http://schemas.openxmlformats.org/officeDocument/2006/relationships/image" Target="../media/image-13-4.png"/><Relationship Id="rId6" Type="http://schemas.openxmlformats.org/officeDocument/2006/relationships/image" Target="../media/image-13-5.png"/><Relationship Id="rId7" Type="http://schemas.openxmlformats.org/officeDocument/2006/relationships/image" Target="../media/image-1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1005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Axio Hub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18288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Enterprise AI.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Eliminate Data Liability.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Zero-Retention AI Knowledge Platform for Regulated Industries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3931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Onur Onder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Founder &amp; CEO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onronder@gmail.com  |  axiohub.io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393192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1A2D47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3931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 |  2,798 Tests  |  12 Connectors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axiohub.io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$5.7M Problem Nobody Talks About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enterprise AI tool stores copies of your data. That creates liability.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606040" cy="228600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2606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$5.72M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data breach cost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organizations without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 (IBM 2025)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2606040" cy="228600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50876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737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74720" y="23317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CISOs say cyber/privacy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regulations are now their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operational priority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508760"/>
            <a:ext cx="2606040" cy="228600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508760"/>
            <a:ext cx="260604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737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309360" y="233172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 time wasted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across 12+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data sources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2026, 60% of organizations will have formalized AI governance programs.</a:t>
            </a:r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Gartner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axiohub.io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Status Quo is Broken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tools force a false choice: AI-powered intelligence OR data security. Never both.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92608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1554480"/>
                <a:gridCol w="1554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Guru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Axio Hub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Retention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copies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copies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copies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AES-256 + DoD Wipe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Disambiguation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Guard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Self-Serve Signup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(sales only)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$10/user/mo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(enterprise only)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$10/user/mo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$15/user/mo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$9.99/mo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competitor stores your data indefinitely. We don't.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axiohub.io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Introducing Axio Hub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everything. Ask anything. Retain nothing.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292608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63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5544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24688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native connectors: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Drive, Notion, GitHub,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SharePoint, OneDrive, Box,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S3, Dropbox, SFTP &amp; more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606040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37560" y="1371600"/>
            <a:ext cx="2651760" cy="292608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520440" y="1463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5544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2044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GHOST PROTOCOL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520440" y="24688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 RAM, encrypt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AES-256 vectors, then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wipe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originals (DoD 5220.22-M)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606040"/>
            <a:ext cx="182880" cy="18288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17920" y="1371600"/>
            <a:ext cx="2651760" cy="292608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6400800" y="1463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155448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0080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&amp; KNOW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400800" y="24688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chat with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citations, Scope Guard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disambiguation, multi-provider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failover (99.9% uptime)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axiohub.io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Ghost Protocol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Zero-Retention Security Architecture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7830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10312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received via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connector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25880" y="1435608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084832" y="118872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2084832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64792" y="17830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64792" y="210312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ClamAV malware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70632" y="1435608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529584" y="1188720"/>
            <a:ext cx="502920" cy="50292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3529584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09544" y="17830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9544" y="210312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RAM-only processing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(SmartBuffer)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15384" y="1435608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974336" y="1188720"/>
            <a:ext cx="502920" cy="50292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2" name="Text 20"/>
          <p:cNvSpPr/>
          <p:nvPr/>
        </p:nvSpPr>
        <p:spPr>
          <a:xfrm>
            <a:off x="4974336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54296" y="17830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ENCRYPT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54296" y="210312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Fernet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encoding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0136" y="1435608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419088" y="1188720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6419088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099048" y="17830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WIPE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99048" y="210312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 5220.22-M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3-pass destruction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04888" y="1435608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7863840" y="118872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543800" y="17830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543800" y="210312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encrypted vectors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pgvector (HNSW)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2971800"/>
            <a:ext cx="8229600" cy="1828800"/>
          </a:xfrm>
          <a:prstGeom prst="rect">
            <a:avLst/>
          </a:prstGeom>
          <a:solidFill>
            <a:srgbClr val="1A2D47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7-Layer Defense-in-Depth</a:t>
            </a:r>
            <a:endParaRPr lang="en-US" sz="140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456432"/>
            <a:ext cx="164592" cy="164592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86868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Encryption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TLS 1.3, HSTS, CSP headers</a:t>
            </a:r>
            <a:endParaRPr lang="en-US" sz="1000" dirty="0"/>
          </a:p>
        </p:txBody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76472"/>
            <a:ext cx="164592" cy="164592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86868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JWT + OAuth 2.0, MFA-ready</a:t>
            </a:r>
            <a:endParaRPr lang="en-US" sz="1000" dirty="0"/>
          </a:p>
        </p:txBody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96512"/>
            <a:ext cx="164592" cy="164592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86868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RBAC + Row-Level Security</a:t>
            </a:r>
            <a:endParaRPr lang="en-US" sz="1000" dirty="0"/>
          </a:p>
        </p:txBody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416552"/>
            <a:ext cx="164592" cy="164592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86868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Schema validation, ClamAV scanning</a:t>
            </a:r>
            <a:endParaRPr lang="en-US" sz="1000" dirty="0"/>
          </a:p>
        </p:txBody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456432"/>
            <a:ext cx="164592" cy="164592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498348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AES-256 Fernet, key rotation</a:t>
            </a:r>
            <a:endParaRPr lang="en-US" sz="1000" dirty="0"/>
          </a:p>
        </p:txBody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776472"/>
            <a:ext cx="164592" cy="164592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498348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Protection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Fail-closed architecture</a:t>
            </a:r>
            <a:endParaRPr lang="en-US" sz="1000" dirty="0"/>
          </a:p>
        </p:txBody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096512"/>
            <a:ext cx="164592" cy="164592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498348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Audit logs, compliance tombstones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axiohub.io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forces are converging to make zero-retention AI infrastructure essential — not optional.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0604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2606040" cy="4572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Tsunami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205740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enforcement 2025-26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in force since Jan 2025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lists AI as #1 exam priority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fines hit €4.5B cumulative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of enterprises spend $100K+/yr on compliance audits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417320"/>
            <a:ext cx="260604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417320"/>
            <a:ext cx="2606040" cy="4572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6002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4048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AI Adoption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29000" y="205740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market: $1.85B → $67B by 2034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 CAGR (fastest in enterprise AI)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production LLMs now use RAG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reduces hallucination 70-90%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current tools create data liability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26480" y="1417320"/>
            <a:ext cx="260604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417320"/>
            <a:ext cx="2606040" cy="4572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512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Liability Awakening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63640" y="205740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$5.72M avg breach cost (non-AI orgs)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of CEOs say regulations reduce risk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will formalize AI governance by 2026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shapes architecture decisions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is now a buying criterion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axiohub.io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029200" cy="3474720"/>
          </a:xfrm>
          <a:prstGeom prst="roundRect">
            <a:avLst>
              <a:gd name="adj" fmla="val 3947"/>
            </a:avLst>
          </a:prstGeom>
          <a:solidFill>
            <a:srgbClr val="0D2137"/>
          </a:solidFill>
          <a:ln w="19050">
            <a:solidFill>
              <a:srgbClr val="00D4AA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$67.4B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RAG Market by 2034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 CAGR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0" y="246888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12A42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560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8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$15.2B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Security-first RAG for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+ enterprise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34640" y="338328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0" y="3383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B16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  </a:t>
            </a:r>
            <a:pPr algn="ctr" indent="0" marL="0">
              <a:buNone/>
            </a:pPr>
            <a:r>
              <a:rPr lang="en-US" sz="1800" b="1" dirty="0">
                <a:solidFill>
                  <a:srgbClr val="0B16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$320M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3464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800+ customers in 5 years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1051560"/>
            <a:ext cx="2926080" cy="3474720"/>
          </a:xfrm>
          <a:prstGeom prst="rect">
            <a:avLst/>
          </a:prstGeom>
          <a:solidFill>
            <a:srgbClr val="1A2D47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Drivers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$2.5B → $68B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26480" y="1965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Market — 39% CAGR (2025-2035)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26480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$25B → $94B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26480" y="2651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Cybersecurity — 24% CAGR (2024-2030)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26480" y="3063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$100K+/year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26480" y="3337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Compliance — 71% of enterprises spend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2648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26480" y="4023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Dominance — Largest vertical share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axiohub.io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Needs This — Real Use Cases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060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0B162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188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Solo Professional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34440" y="14630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$9.99/mo Starter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19202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freelance legal consultant uploads 50 contracts, analyzes clauses with AI, gets cited answers, and nothing persists after the session.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" y="3749040"/>
            <a:ext cx="2331720" cy="50292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7490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hours saved/week on contract review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91840" y="1005840"/>
            <a:ext cx="26060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0" y="1188720"/>
            <a:ext cx="457200" cy="457200"/>
          </a:xfrm>
          <a:prstGeom prst="ellipse">
            <a:avLst/>
          </a:prstGeom>
          <a:solidFill>
            <a:srgbClr val="0B162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2801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69080" y="1188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3-Person Team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069080" y="14630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$29/mo Pro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474720" y="19202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boutique M&amp;A advisory firm connects Google Drive and Notion. Three analysts collaboratively query due diligence documents with source-cited AI — zero data retention.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429000" y="3749040"/>
            <a:ext cx="2331720" cy="50292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20" name="Text 16"/>
          <p:cNvSpPr/>
          <p:nvPr/>
        </p:nvSpPr>
        <p:spPr>
          <a:xfrm>
            <a:off x="3474720" y="37490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review time cut from weeks to days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126480" y="1005840"/>
            <a:ext cx="26060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309360" y="1188720"/>
            <a:ext cx="457200" cy="457200"/>
          </a:xfrm>
          <a:prstGeom prst="ellipse">
            <a:avLst/>
          </a:prstGeom>
          <a:solidFill>
            <a:srgbClr val="0B1622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8016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903720" y="11887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500-Person Enterprise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903720" y="14630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Custom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309360" y="19202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manufacturing company deploys Axio Hub across field ops, HR, and R&amp;D. Technicians query maintenance manuals via AI. HR manages policy docs. R&amp;D protects IP — all with BYOK encryption.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263640" y="3749040"/>
            <a:ext cx="2331720" cy="502920"/>
          </a:xfrm>
          <a:prstGeom prst="rect">
            <a:avLst/>
          </a:prstGeom>
          <a:solidFill>
            <a:srgbClr val="E6FAF5"/>
          </a:solidFill>
          <a:ln/>
        </p:spPr>
      </p:sp>
      <p:sp>
        <p:nvSpPr>
          <p:cNvPr id="28" name="Text 23"/>
          <p:cNvSpPr/>
          <p:nvPr/>
        </p:nvSpPr>
        <p:spPr>
          <a:xfrm>
            <a:off x="6309360" y="37490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knowledge across all departments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axiohub.io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 with product-led growth + enterprise expansion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06040" cy="32918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17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$9.99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/month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94360" y="237744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files, 100 MB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AI tokens (~500 Q/mo)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connectors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Protocol included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user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606040" cy="3291840"/>
          </a:xfrm>
          <a:prstGeom prst="rect">
            <a:avLst/>
          </a:prstGeom>
          <a:solidFill>
            <a:srgbClr val="00D4A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417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B16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6916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6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$29</a:t>
            </a:r>
            <a:pPr indent="0" marL="0">
              <a:buNone/>
            </a:pPr>
            <a:r>
              <a:rPr lang="en-US" sz="1400" dirty="0">
                <a:solidFill>
                  <a:srgbClr val="1A3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/month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29000" y="237744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files, 10 GB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 AI tokens (~5K Q/mo)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AI models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 (5)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06040" cy="329184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417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16916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</a:t>
            </a:r>
            <a:pPr indent="0" marL="0">
              <a:buNone/>
            </a:pP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63640" y="237744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files, 1 TB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 AI tokens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BYOK encryption + VPC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team members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CSM + SLA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axiohub.io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Production-Ready, Not a Prototype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AxioHub has the engineering maturity of a Series A product at a pre-seed stage.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8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2,798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Tests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test suite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463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8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120+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2011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Migrations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286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schema evolution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463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8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100+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26480" y="2011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2286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REST API coverage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154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8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57200" y="3703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Connectors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977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OAuth-authenticated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30632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91840" y="3154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8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3291840" y="3703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91840" y="3977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306324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26480" y="3154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89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126480" y="3703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26480" y="3977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guaranteed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axiohub.io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Projections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Base Case | Turkey-Based Cost Structure (60-70% lower than US/EU)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18872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188720"/>
            <a:ext cx="3108960" cy="2743200"/>
          </a:xfrm>
          <a:prstGeom prst="rect">
            <a:avLst/>
          </a:prstGeom>
          <a:solidFill>
            <a:srgbClr val="1A2D47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ARR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98080" y="1325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$3.2M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0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98080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98%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4.2x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943600" y="2560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Customers (Y3)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498080" y="2560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52,000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(Y3)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98080" y="2971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943600" y="3383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EBITDA+ Target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98080" y="3383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Q1-Q2 Y3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1A2D4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Turkey-based solo founder = 60-70% lower burn rate vs. US/EU startups. AI-augmented development. $600K seed = 18-20 months runway.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axiohub.io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34440"/>
            <a:ext cx="1097280" cy="1097280"/>
          </a:xfrm>
          <a:prstGeom prst="ellipse">
            <a:avLst/>
          </a:prstGeom>
          <a:solidFill>
            <a:srgbClr val="0B162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6304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Onur Onder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0116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Founder &amp; CEO  |  20 Years in Tech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011680" y="1965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entire AxioHub platform solo — architecture, backend, frontend, security, 2,798 tests, 12 production connectors, 120+ DB migrations, 100+ API endpoints. Two decades of hands-on experience in enterprise software, SaaS infrastructure, and security systems.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011680" y="2834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onronder@gmail.com  |  axiohub.io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3429000"/>
            <a:ext cx="64008" cy="1188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AI-Augmented Solo Development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AxioHub is proof that AI-augmented development changes the math on what one person can build. A single founder with the right AI tools (Claude, GPT, Gemini) now ships what used to require a 10-person team — faster, leaner, with lower burn. This isn't a limitation; it's the unfair advantage.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FITTECHS YAZILIM A.S.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Istanbul, Turkey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axiohub.io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$500K — $1M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|  18-20 Months Runway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920240"/>
          <a:ext cx="38404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029200" y="1920240"/>
            <a:ext cx="3840480" cy="2560320"/>
          </a:xfrm>
          <a:prstGeom prst="rect">
            <a:avLst/>
          </a:prstGeom>
          <a:solidFill>
            <a:srgbClr val="1A2D47"/>
          </a:solidFill>
          <a:ln/>
        </p:spPr>
      </p:sp>
      <p:sp>
        <p:nvSpPr>
          <p:cNvPr id="9" name="Text 6"/>
          <p:cNvSpPr/>
          <p:nvPr/>
        </p:nvSpPr>
        <p:spPr>
          <a:xfrm>
            <a:off x="521208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Milestones This Funding Enables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496312"/>
            <a:ext cx="146304" cy="1463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800+ paying customers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589520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12-18 months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816352"/>
            <a:ext cx="146304" cy="1463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40680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$2.5M+ ARR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758952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</a:t>
            </a:r>
            <a:endParaRPr lang="en-US" sz="9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3136392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40680" y="3108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 certification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758952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9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3456432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40680" y="3429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integration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7589520" y="3429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9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0" y="3776472"/>
            <a:ext cx="146304" cy="14630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440680" y="3749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deployment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7589520" y="3749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9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0" y="4096512"/>
            <a:ext cx="146304" cy="14630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440680" y="4069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hires as needed</a:t>
            </a:r>
            <a:endParaRPr lang="en-US" sz="1050" dirty="0"/>
          </a:p>
        </p:txBody>
      </p:sp>
      <p:sp>
        <p:nvSpPr>
          <p:cNvPr id="27" name="Text 18"/>
          <p:cNvSpPr/>
          <p:nvPr/>
        </p:nvSpPr>
        <p:spPr>
          <a:xfrm>
            <a:off x="758952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9144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3440" y="960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Axio Hub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 Without Liability.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914400" y="2651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zero-retention AI platform that lets enterprises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everything, ask anything, and keep nothing.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286000" y="3566160"/>
            <a:ext cx="4572000" cy="731520"/>
          </a:xfrm>
          <a:prstGeom prst="rect">
            <a:avLst/>
          </a:prstGeom>
          <a:solidFill>
            <a:srgbClr val="1A2D47"/>
          </a:solidFill>
          <a:ln/>
        </p:spPr>
      </p:sp>
      <p:sp>
        <p:nvSpPr>
          <p:cNvPr id="8" name="Text 5"/>
          <p:cNvSpPr/>
          <p:nvPr/>
        </p:nvSpPr>
        <p:spPr>
          <a:xfrm>
            <a:off x="2286000" y="35661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Onur Onder  |  onronder@gmail.com  |  axiohub.io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FITTECHS YAZILIM A.S.  |  Istanbul, Turkey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Axio Hub — Investor Pitch Deck 2026</dc:title>
  <dc:subject>Zero-Retention AI Knowledge Platform</dc:subject>
  <dc:creator>Onur Onder</dc:creator>
  <cp:lastModifiedBy>Onur Onder</cp:lastModifiedBy>
  <cp:revision>1</cp:revision>
  <dcterms:created xsi:type="dcterms:W3CDTF">2026-02-23T08:35:51Z</dcterms:created>
  <dcterms:modified xsi:type="dcterms:W3CDTF">2026-02-23T08:35:51Z</dcterms:modified>
</cp:coreProperties>
</file>